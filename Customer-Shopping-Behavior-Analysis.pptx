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DM Sans" pitchFamily="2" charset="0"/>
      <p:regular r:id="rId14"/>
    </p:embeddedFont>
    <p:embeddedFont>
      <p:font typeface="Libre Baskerville" panose="020000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259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79CEDE-8F35-B829-F811-7B1D4C9498CC}"/>
              </a:ext>
            </a:extLst>
          </p:cNvPr>
          <p:cNvSpPr txBox="1"/>
          <p:nvPr/>
        </p:nvSpPr>
        <p:spPr>
          <a:xfrm>
            <a:off x="3657600" y="3099137"/>
            <a:ext cx="7315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dirty="0"/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7950D-212B-3D0B-0426-C0A416D6ABE3}"/>
              </a:ext>
            </a:extLst>
          </p:cNvPr>
          <p:cNvSpPr txBox="1"/>
          <p:nvPr/>
        </p:nvSpPr>
        <p:spPr>
          <a:xfrm>
            <a:off x="10972800" y="6626947"/>
            <a:ext cx="34680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i="1" dirty="0"/>
              <a:t>-SHREYAS</a:t>
            </a:r>
          </a:p>
          <a:p>
            <a:r>
              <a:rPr lang="en-IN" sz="2400" i="1" dirty="0"/>
              <a:t>-NIT SILCHAR</a:t>
            </a:r>
          </a:p>
        </p:txBody>
      </p:sp>
    </p:spTree>
    <p:extLst>
      <p:ext uri="{BB962C8B-B14F-4D97-AF65-F5344CB8AC3E}">
        <p14:creationId xmlns:p14="http://schemas.microsoft.com/office/powerpoint/2010/main" val="3240190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284</Words>
  <Application>Microsoft Office PowerPoint</Application>
  <PresentationFormat>Custom</PresentationFormat>
  <Paragraphs>101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Libre Baskerville</vt:lpstr>
      <vt:lpstr>DM Sans</vt:lpstr>
      <vt:lpstr>Libre Baskerville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shreyas chakraborty</cp:lastModifiedBy>
  <cp:revision>2</cp:revision>
  <dcterms:created xsi:type="dcterms:W3CDTF">2025-10-14T02:52:14Z</dcterms:created>
  <dcterms:modified xsi:type="dcterms:W3CDTF">2026-06-24T17:43:36Z</dcterms:modified>
</cp:coreProperties>
</file>